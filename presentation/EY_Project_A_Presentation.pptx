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funded % of ideal safety stock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Standard regions
(95% target, 412 pairs)</c:v>
                  </c:pt>
                  <c:pt idx="1">
                    <c:v>Priority regions
(99% target, 85 pairs)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73.8</c:v>
                </c:pt>
                <c:pt idx="1">
                  <c:v>52.3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 density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-3σ</c:v>
                  </c:pt>
                  <c:pt idx="1">
                    <c:v>-2σ</c:v>
                  </c:pt>
                  <c:pt idx="2">
                    <c:v>-1σ</c:v>
                  </c:pt>
                  <c:pt idx="3">
                    <c:v>μ</c:v>
                  </c:pt>
                  <c:pt idx="4">
                    <c:v>+1σ</c:v>
                  </c:pt>
                  <c:pt idx="5">
                    <c:v>+2σ</c:v>
                  </c:pt>
                  <c:pt idx="6">
                    <c:v>+3σ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14</c:v>
                </c:pt>
                <c:pt idx="2">
                  <c:v>34</c:v>
                </c:pt>
                <c:pt idx="3">
                  <c:v>40</c:v>
                </c:pt>
                <c:pt idx="4">
                  <c:v>34</c:v>
                </c:pt>
                <c:pt idx="5">
                  <c:v>14</c:v>
                </c:pt>
                <c:pt idx="6">
                  <c:v>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stockouts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Current policy</c:v>
                  </c:pt>
                  <c:pt idx="1">
                    <c:v>Optimized policy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73.6</c:v>
                </c:pt>
                <c:pt idx="1">
                  <c:v>55.7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cost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Current policy</c:v>
                  </c:pt>
                  <c:pt idx="1">
                    <c:v>Optimized policy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2016</c:v>
                </c:pt>
                <c:pt idx="1">
                  <c:v>2105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 Safety-Stock &amp;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Network Optimizer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data-driven, budget-constrained safety-stock policy for CPG supply chain planning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480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Technology Consulting — Analytics
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Mitalia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497 SKU-warehouse pairs  |  ~180K order records  |  5,000-trial Monte Carlo simulation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Current-State Diagnosis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uniform buffering leaves the network exposed to avoidable stockouts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73.6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stockouts / period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(current flat-funding policy)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CI: 61 – 87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169164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9040" y="1828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497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Category-region pairs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691 identified; 194 excluded — insufficient history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Safety-stock coverage by service-level tier (497 pairs)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949440" y="2103120"/>
          <a:ext cx="47548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regions — the highest-volume markets — are funded to a lower share of their own (higher) target, meaning the network's most business-critical pairs carry disproportionate risk under the current policy.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Happening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 is uncertainty, not under-forecasting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varies by SKU class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Fast-moving categories follow a Normal distribution; slow/medium movers follow a right-skewed Gamma distribution — a single flat buffer cannot fit both.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is not fixed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3832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scheduled shipping days diverge meaningfully by category-region pair, adding a second source of uncertainty on top of demand.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service-level tiers exist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617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(99%) and standard (95%) regions require fundamentally different safety-stock levels, but the current policy applies a uniform 60% buffer to both.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Demand-during-lead-time variability (illustrative)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675120" y="2194560"/>
          <a:ext cx="49377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675120" y="4663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buffer covers only the shaded core of this curve — the optimizer sizes safety stock to the actual tail risk instead.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modeled uncertainty explicitly, instead of relying on flat buffers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2E3A8C"/>
          </a:solidFill>
          <a:ln w="12700">
            <a:solidFill>
              <a:srgbClr val="2E3A8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10312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377440" y="210312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2E3A8C"/>
          </a:solidFill>
          <a:ln w="12700">
            <a:solidFill>
              <a:srgbClr val="2E3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21031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210312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06240" y="210312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2E3A8C"/>
          </a:solidFill>
          <a:ln w="12700">
            <a:solidFill>
              <a:srgbClr val="2E3A8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21031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(Q,R)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210312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35040" y="210312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21031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Budget-Constrained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210312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63840" y="210312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2E3A8C"/>
          </a:solidFill>
          <a:ln w="12700">
            <a:solidFill>
              <a:srgbClr val="2E3A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21031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555480" y="2103120"/>
            <a:ext cx="182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92640" y="2103120"/>
            <a:ext cx="1691640" cy="1188720"/>
          </a:xfrm>
          <a:prstGeom prst="roundRect">
            <a:avLst>
              <a:gd name="adj" fmla="val 4615"/>
            </a:avLst>
          </a:prstGeom>
          <a:solidFill>
            <a:srgbClr val="2E3A8C"/>
          </a:solidFill>
          <a:ln w="12700">
            <a:solidFill>
              <a:srgbClr val="2E3A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92640" y="210312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methodology note, worth stating directly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3434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version of the optimizer used a linear program (PuLP) with a linear approximation of stockout cost. On the real 497-pair dataset, it performed worse than the naive baseline.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identified this by validating the optimizer's output against an independent Monte Carlo simulation rather than trusting its “optimal” status flag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corrected it by re-deriving the model as a nonlinear program using the standard Normal loss function — the mathematically correct formulation for this class of problem.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&amp; Risk 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5,000-trial Monte Carlo simulation, current vs. optimized policy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stockouts / period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480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CI: 61-87 (current)  |  44-67 (optimized)   —   –24.3%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cost / period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205740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309360" y="4480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CI: 1,890-2,166 (current)  |  1,998-2,242 (optimized)   —   +4.4%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genuine risk/cost trade-off, not a free win: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outcomes are reported with confidence intervals so the decision reflects the business's actual risk tolerance, not a single number.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scenarios modeled: lead-time shock (+30%)  ·  demand spike (+25%)  ·  budget cut (-20%)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&amp;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 the optimized, budget-constrained safety-stock policy across all 497 category-region pairs.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-24.3%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stockouts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3108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+4.4%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(quantified trade-off)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3108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497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SKU-warehouse pairs covered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206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optimized policy in 2-3 high-volume regions before full rollout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demand and lead-time distributions quarterly as new order data accumulates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realized stockouts and cost post-implementation against the modeled confidence intervals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2026-09-13T13:32:53Z</dcterms:created>
  <dcterms:modified xsi:type="dcterms:W3CDTF">2026-09-13T13:32:53Z</dcterms:modified>
</cp:coreProperties>
</file>